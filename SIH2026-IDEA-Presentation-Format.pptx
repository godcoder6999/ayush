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Portal for Academia-Industry collaboration for Skill Mapping, Internships and Placement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3600" b="1"/>
              <a:t>Academia-Industry Collaboration Portal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65760" y="1371600"/>
            <a:ext cx="11430000" cy="1463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dirty="0">
                <a:latin typeface="Arial"/>
              </a:rPr>
              <a:t>One website: take a short skill test, get a skill profile in seconds.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dirty="0">
                <a:latin typeface="Arial"/>
              </a:rPr>
              <a:t>The profile finds internships, jobs and courses that truly match it.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dirty="0">
                <a:latin typeface="Arial"/>
              </a:rPr>
              <a:t>New idea: teachers/colleges join in too - not just students and companies.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365760" y="3017520"/>
            <a:ext cx="1143000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>
                <a:solidFill>
                  <a:srgbClr val="555555"/>
                </a:solidFill>
                <a:latin typeface="Arial"/>
              </a:rPr>
              <a:t>Built for four kinds of users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73455" y="3429000"/>
            <a:ext cx="2560320" cy="548640"/>
          </a:xfrm>
          <a:prstGeom prst="roundRect">
            <a:avLst/>
          </a:prstGeom>
          <a:solidFill>
            <a:srgbClr val="1F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Student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434943" y="3429000"/>
            <a:ext cx="2560320" cy="548640"/>
          </a:xfrm>
          <a:prstGeom prst="roundRect">
            <a:avLst/>
          </a:prstGeom>
          <a:solidFill>
            <a:srgbClr val="6B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Academician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6196431" y="3429000"/>
            <a:ext cx="2560320" cy="548640"/>
          </a:xfrm>
          <a:prstGeom prst="roundRect">
            <a:avLst/>
          </a:prstGeom>
          <a:solidFill>
            <a:srgbClr val="B5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Industry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8957919" y="3429000"/>
            <a:ext cx="2560320" cy="548640"/>
          </a:xfrm>
          <a:prstGeom prst="roundRect">
            <a:avLst/>
          </a:prstGeom>
          <a:solidFill>
            <a:srgbClr val="0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Institution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65760" y="1280160"/>
            <a:ext cx="11430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latin typeface="Arial"/>
              </a:rPr>
              <a:t>Python + Flask - runs the website.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latin typeface="Arial"/>
              </a:rPr>
              <a:t>HTML, CSS, JavaScript - builds the pages.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latin typeface="Arial"/>
              </a:rPr>
              <a:t>Jinja2 - fills pages with live data.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latin typeface="Arial"/>
              </a:rPr>
              <a:t>Data stored in the program for now (prototype).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65760" y="2834640"/>
            <a:ext cx="1143000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>
                <a:solidFill>
                  <a:srgbClr val="555555"/>
                </a:solidFill>
                <a:latin typeface="Arial"/>
              </a:rPr>
              <a:t>How a student moves through the website, step by step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95147" y="3246120"/>
            <a:ext cx="1600200" cy="9144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Log In</a:t>
            </a:r>
          </a:p>
        </p:txBody>
      </p:sp>
      <p:sp>
        <p:nvSpPr>
          <p:cNvPr id="17413" name="Right Arrow 17412"/>
          <p:cNvSpPr/>
          <p:nvPr/>
        </p:nvSpPr>
        <p:spPr>
          <a:xfrm>
            <a:off x="2095347" y="3593591"/>
            <a:ext cx="320040" cy="219456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2415387" y="3246120"/>
            <a:ext cx="1600200" cy="9144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Take Skill</a:t>
            </a:r>
            <a:br>
              <a:rPr sz="1300"/>
            </a:br>
            <a:r>
              <a:rPr sz="13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7415" name="Right Arrow 17414"/>
          <p:cNvSpPr/>
          <p:nvPr/>
        </p:nvSpPr>
        <p:spPr>
          <a:xfrm>
            <a:off x="4015587" y="3593591"/>
            <a:ext cx="320040" cy="219456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ounded Rectangle 17415"/>
          <p:cNvSpPr/>
          <p:nvPr/>
        </p:nvSpPr>
        <p:spPr>
          <a:xfrm>
            <a:off x="4335627" y="3246120"/>
            <a:ext cx="1600200" cy="9144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Get Skill</a:t>
            </a:r>
            <a:br>
              <a:rPr sz="1300"/>
            </a:br>
            <a:r>
              <a:rPr sz="1300" b="1">
                <a:solidFill>
                  <a:srgbClr val="FFFFFF"/>
                </a:solidFill>
                <a:latin typeface="Arial"/>
              </a:rPr>
              <a:t>Profile</a:t>
            </a:r>
          </a:p>
        </p:txBody>
      </p:sp>
      <p:sp>
        <p:nvSpPr>
          <p:cNvPr id="17417" name="Right Arrow 17416"/>
          <p:cNvSpPr/>
          <p:nvPr/>
        </p:nvSpPr>
        <p:spPr>
          <a:xfrm>
            <a:off x="5935827" y="3593591"/>
            <a:ext cx="320040" cy="219456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Rounded Rectangle 17417"/>
          <p:cNvSpPr/>
          <p:nvPr/>
        </p:nvSpPr>
        <p:spPr>
          <a:xfrm>
            <a:off x="6255867" y="3246120"/>
            <a:ext cx="1600200" cy="9144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See Best</a:t>
            </a:r>
            <a:br>
              <a:rPr sz="1300"/>
            </a:br>
            <a:r>
              <a:rPr sz="1300" b="1">
                <a:solidFill>
                  <a:srgbClr val="FFFFFF"/>
                </a:solidFill>
                <a:latin typeface="Arial"/>
              </a:rPr>
              <a:t>Matches</a:t>
            </a:r>
          </a:p>
        </p:txBody>
      </p:sp>
      <p:sp>
        <p:nvSpPr>
          <p:cNvPr id="17419" name="Right Arrow 17418"/>
          <p:cNvSpPr/>
          <p:nvPr/>
        </p:nvSpPr>
        <p:spPr>
          <a:xfrm>
            <a:off x="7856067" y="3593591"/>
            <a:ext cx="320040" cy="219456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8176107" y="3246120"/>
            <a:ext cx="1600200" cy="9144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Apply</a:t>
            </a:r>
          </a:p>
        </p:txBody>
      </p:sp>
      <p:sp>
        <p:nvSpPr>
          <p:cNvPr id="17421" name="Right Arrow 17420"/>
          <p:cNvSpPr/>
          <p:nvPr/>
        </p:nvSpPr>
        <p:spPr>
          <a:xfrm>
            <a:off x="9776307" y="3593591"/>
            <a:ext cx="320040" cy="219456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Rounded Rectangle 17421"/>
          <p:cNvSpPr/>
          <p:nvPr/>
        </p:nvSpPr>
        <p:spPr>
          <a:xfrm>
            <a:off x="10096347" y="3246120"/>
            <a:ext cx="1600200" cy="9144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Track</a:t>
            </a:r>
            <a:br>
              <a:rPr sz="1300"/>
            </a:br>
            <a:r>
              <a:rPr sz="13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65760" y="4343400"/>
            <a:ext cx="1143000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Arial"/>
              </a:rPr>
              <a:t>Industry and academicians follow a similar path: Post an opportunity -&gt; See matched applicants -&gt; Update status. The same skill-matching logic runs both directions.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463040"/>
            <a:ext cx="10515600" cy="219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dirty="0">
                <a:latin typeface="Arial"/>
              </a:rPr>
              <a:t>Feasible now: built and tested end-to-end with free tools - Python, Flask, plain HTML/CSS. No paid software needed.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dirty="0">
                <a:latin typeface="Arial"/>
              </a:rPr>
              <a:t>Current limits: data resets when the server restarts, and logins are demo accounts, not real sign-ups.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dirty="0">
                <a:latin typeface="Arial"/>
              </a:rPr>
              <a:t>Fix before real use: add a real database (like PostgreSQL) and secure password login. The code is already organised for this, so it's a small change, not a rebuild.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463040"/>
            <a:ext cx="10515600" cy="2468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dirty="0">
                <a:latin typeface="Arial"/>
              </a:rPr>
              <a:t>Students: find internships and jobs that truly match their skills, and see exactly what to learn next.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dirty="0">
                <a:latin typeface="Arial"/>
              </a:rPr>
              <a:t>Industry: gets candidates already tested against the skills they need - faster, better-fit hiring.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dirty="0">
                <a:latin typeface="Arial"/>
              </a:rPr>
              <a:t>Academicians: get industry internships, FDPs and joint research too - not just students.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dirty="0">
                <a:latin typeface="Arial"/>
              </a:rPr>
              <a:t>Institutions: see, on one dashboard, how job-ready their whole student body is.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463040"/>
            <a:ext cx="105156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dirty="0">
                <a:latin typeface="Arial"/>
              </a:rPr>
              <a:t>SIH 2026 problem statement: Portal for Academia-Industry collaboration for Skill Mapping, Internships and Placement.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dirty="0">
                <a:latin typeface="Arial"/>
              </a:rPr>
              <a:t>Framework docs: Flask - flask.palletsprojects.com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dirty="0">
                <a:latin typeface="Arial"/>
              </a:rPr>
              <a:t>Source code: github.com/GodCoder6999/ayush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dirty="0">
                <a:latin typeface="Arial"/>
              </a:rPr>
              <a:t>Live working prototype: [add your Render link here once deployed]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7491</TotalTime>
  <Words>448</Words>
  <Application>Microsoft Office PowerPoint</Application>
  <PresentationFormat>Widescreen</PresentationFormat>
  <Paragraphs>66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Academia-Industry Collaboration Portal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Dashing Gamer</cp:lastModifiedBy>
  <cp:revision>149</cp:revision>
  <dcterms:created xsi:type="dcterms:W3CDTF">2013-12-12T18:46:50Z</dcterms:created>
  <dcterms:modified xsi:type="dcterms:W3CDTF">2026-09-03T15:07:26Z</dcterms:modified>
  <cp:category/>
</cp:coreProperties>
</file>